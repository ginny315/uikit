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1097280"/>
            <a:ext cx="457200" cy="457200"/>
          </a:xfrm>
          <a:prstGeom prst="ellipse">
            <a:avLst/>
          </a:prstGeom>
          <a:solidFill>
            <a:srgbClr val="7B5C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7B5CFF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3474720"/>
            <a:ext cx="548640" cy="548640"/>
          </a:xfrm>
          <a:prstGeom prst="ellipse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4114800"/>
            <a:ext cx="274320" cy="274320"/>
          </a:xfrm>
          <a:prstGeom prst="ellipse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0" y="731520"/>
            <a:ext cx="3291840" cy="594360"/>
          </a:xfrm>
          <a:prstGeom prst="rect">
            <a:avLst/>
          </a:prstGeom>
          <a:solidFill>
            <a:srgbClr val="0D1B3E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731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AGENTSYS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4400" y="15544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for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Agents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Orchestrate, monitor, and govern fleets of AI agents — all in one platform.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0" y="3794760"/>
            <a:ext cx="3657600" cy="9144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 ·  Pre-Release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Management Crisis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16002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61872"/>
            <a:ext cx="54864" cy="145389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533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3533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Sprawl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6459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Dozens of agents scattered across codebases and servers. No central visibility into what's running, versions, or configurations.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3977640" cy="16002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261872"/>
            <a:ext cx="54864" cy="1453896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63500" dist="50800" dir="16200000">
              <a:srgbClr val="00E676">
                <a:alpha val="4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5331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3533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Black Hole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16459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 costs are invisible. You don't know which agent or user is burning the most tokens until the monthly bill arrives.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" y="3090672"/>
            <a:ext cx="54864" cy="145389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821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1821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Gap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34440" y="3474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must work together, but data handoffs are manual copy-paste. One failure breaks the entire chain.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3017520"/>
            <a:ext cx="3977640" cy="16002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090672"/>
            <a:ext cx="54864" cy="1453896"/>
          </a:xfrm>
          <a:prstGeom prst="rect">
            <a:avLst/>
          </a:prstGeom>
          <a:solidFill>
            <a:srgbClr val="FFAB40"/>
          </a:solidFill>
          <a:ln/>
          <a:effectLst>
            <a:outerShdw sx="100000" sy="100000" kx="0" ky="0" algn="bl" rotWithShape="0" blurRad="63500" dist="50800" dir="16200000">
              <a:srgbClr val="FFAB40">
                <a:alpha val="4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8211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1821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Blind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3474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logs, missing execution traces, and no visibility into token usage — troubleshooting is guesswork.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 The Market Window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984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Adoption Exploding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4813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worldwide are building AI-powered applications at unprecedented speed.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664208"/>
            <a:ext cx="9144" cy="438912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585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Agent → Multi-Agent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97280" y="2441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paradigm is shifting from single LLM calls to coordinated agent swarms.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2624328"/>
            <a:ext cx="9144" cy="438912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218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Pressure Rising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97280" y="3401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costs demand fine-grained tracking — teams need to justify every dollar.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3584448"/>
            <a:ext cx="9144" cy="438912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20" name="Shape 15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1788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Gap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97280" y="43616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projects move from experiment to production with no proper DevOps tooling.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120640" y="1188720"/>
            <a:ext cx="3566160" cy="35204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12064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26" name="Text 20"/>
          <p:cNvSpPr/>
          <p:nvPr/>
        </p:nvSpPr>
        <p:spPr>
          <a:xfrm>
            <a:off x="539496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open-source solutions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 for Agent management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943600" y="2926080"/>
            <a:ext cx="1828800" cy="9144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28" name="Text 22"/>
          <p:cNvSpPr/>
          <p:nvPr/>
        </p:nvSpPr>
        <p:spPr>
          <a:xfrm>
            <a:off x="51206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Real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539496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platform combines agent orchestration,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management, and production observability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a single open-source solution.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LLM Agent development, deployment,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management simple, reliable, and scalable."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88720" y="1508760"/>
            <a:ext cx="45720" cy="457200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76200" dist="50800" dir="16200000">
              <a:srgbClr val="00C8FF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43200"/>
            <a:ext cx="1444752" cy="19659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43200"/>
            <a:ext cx="1444752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2971800"/>
            <a:ext cx="457200" cy="45720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072384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3566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4114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your agents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066544" y="2743200"/>
            <a:ext cx="1444752" cy="19659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66544" y="2743200"/>
            <a:ext cx="1444752" cy="36576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16" name="Shape 13"/>
          <p:cNvSpPr/>
          <p:nvPr/>
        </p:nvSpPr>
        <p:spPr>
          <a:xfrm>
            <a:off x="2560320" y="2971800"/>
            <a:ext cx="457200" cy="45720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3072384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57984" y="3566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157984" y="4114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agents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building blocks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675888" y="2743200"/>
            <a:ext cx="1444752" cy="19659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75888" y="2743200"/>
            <a:ext cx="1444752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2" name="Shape 18"/>
          <p:cNvSpPr/>
          <p:nvPr/>
        </p:nvSpPr>
        <p:spPr>
          <a:xfrm>
            <a:off x="4169664" y="2971800"/>
            <a:ext cx="457200" cy="45720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3072384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67328" y="3566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767328" y="4114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structured logs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285232" y="2743200"/>
            <a:ext cx="1444752" cy="19659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285232" y="2743200"/>
            <a:ext cx="1444752" cy="36576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28" name="Shape 23"/>
          <p:cNvSpPr/>
          <p:nvPr/>
        </p:nvSpPr>
        <p:spPr>
          <a:xfrm>
            <a:off x="5779008" y="2971800"/>
            <a:ext cx="457200" cy="45720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307238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76672" y="3566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376672" y="4114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token,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quotas &amp; alerts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894576" y="2743200"/>
            <a:ext cx="1444752" cy="19659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894576" y="2743200"/>
            <a:ext cx="1444752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4" name="Shape 28"/>
          <p:cNvSpPr/>
          <p:nvPr/>
        </p:nvSpPr>
        <p:spPr>
          <a:xfrm>
            <a:off x="7388352" y="2971800"/>
            <a:ext cx="457200" cy="45720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07238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986016" y="3566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6986016" y="4114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RBAC, audit logs,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35204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1371600"/>
            <a:ext cx="548640" cy="54864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149961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Devs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Small Teams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743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developers and startups who need a low-cost, quick-start solution. They want to go from zero to running agent in minutes.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14400" y="4160520"/>
            <a:ext cx="1691640" cy="320040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160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Target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188720"/>
            <a:ext cx="2606040" cy="35204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20540" y="1371600"/>
            <a:ext cx="548640" cy="54864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149961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Teams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(5–50 people)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2743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software teams needing standardized management. Multi-user collaboration, version control, audit trails, and shared dashboards.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49040" y="4160520"/>
            <a:ext cx="1691640" cy="320040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18" name="Text 14"/>
          <p:cNvSpPr/>
          <p:nvPr/>
        </p:nvSpPr>
        <p:spPr>
          <a:xfrm>
            <a:off x="3749040" y="4160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Target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1188720"/>
            <a:ext cx="2606040" cy="35204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55180" y="1371600"/>
            <a:ext cx="548640" cy="54864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6" y="149961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2743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enterprises with compliance requirements. Private deployment, SSO integration, SLA guarantees, fine-grained RBAC, and multi-tenancy.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583680" y="4160520"/>
            <a:ext cx="1691640" cy="320040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25" name="Text 20"/>
          <p:cNvSpPr/>
          <p:nvPr/>
        </p:nvSpPr>
        <p:spPr>
          <a:xfrm>
            <a:off x="6583680" y="4160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Target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— MVP (P0)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737360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2161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Management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16002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Create/edit/delete via form or YAML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Start, stop, pause agent instances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with rollback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tagging for discovery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397764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97280"/>
            <a:ext cx="54864" cy="1737360"/>
          </a:xfrm>
          <a:prstGeom prst="rect">
            <a:avLst/>
          </a:prstGeom>
          <a:solidFill>
            <a:srgbClr val="7B5C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0952" y="12161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Scheduling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83480" y="16002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tasks via API or Web UI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queues (urgent→low)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scheduling with starvation prevention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with exponential backoff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397764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017520"/>
            <a:ext cx="54864" cy="1737360"/>
          </a:xfrm>
          <a:prstGeom prst="rect">
            <a:avLst/>
          </a:prstGeom>
          <a:solidFill>
            <a:srgbClr val="00E67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31363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Dashboard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31520" y="35204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agent &amp; task status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consumption tracking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 by priority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 &amp; latency metrics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3017520"/>
            <a:ext cx="397764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3017520"/>
            <a:ext cx="54864" cy="1737360"/>
          </a:xfrm>
          <a:prstGeom prst="rect">
            <a:avLst/>
          </a:prstGeom>
          <a:solidFill>
            <a:srgbClr val="FFAB4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30952" y="31363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&amp; Tracing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983480" y="35204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task execution logs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timeline visualization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Per-step token usage breakdown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Searchable, filterable log viewer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— Team Scale (P1)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77640" cy="3200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365760" cy="36576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4416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280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Orchestration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17373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drag-and-drop editor to chain multiple agents into pipelines. Support for parallel execution, conditional branching, and data passing between steps.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097280"/>
            <a:ext cx="397764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97280"/>
            <a:ext cx="3977640" cy="3200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3" name="Shape 10"/>
          <p:cNvSpPr/>
          <p:nvPr/>
        </p:nvSpPr>
        <p:spPr>
          <a:xfrm>
            <a:off x="4937760" y="1280160"/>
            <a:ext cx="365760" cy="36576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44168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2392" y="1280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37760" y="17373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token usage by agent, user, and time period. Set quotas and budget alerts. Generate cost reports and forecast future spending based on historical data.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397764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017520"/>
            <a:ext cx="3977640" cy="32004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6440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70432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&amp; RBAC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85800" y="36576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with Admin, Operator, User, and Viewer roles. API key management, audit logging of all sensitive operations, and session management.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3017520"/>
            <a:ext cx="397764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3017520"/>
            <a:ext cx="3977640" cy="32004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25" name="Shape 20"/>
          <p:cNvSpPr/>
          <p:nvPr/>
        </p:nvSpPr>
        <p:spPr>
          <a:xfrm>
            <a:off x="4937760" y="3200400"/>
            <a:ext cx="365760" cy="36576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64408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22392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 &amp; Integrations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4937760" y="36576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external systems on task completion. Subscribe to system events. Native integrations with Slack, DingTalk, and GitHub for PR-triggered agent runs.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Journey: Create &amp; Deploy an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2286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98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365760" cy="18288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it, choose LLM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(Claude/GPT), configure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resource limits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2103120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06040" y="1188720"/>
            <a:ext cx="1920240" cy="2286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0" y="1298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74320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Quota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43200" y="2148840"/>
            <a:ext cx="365760" cy="18288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0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token cap,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concurrency,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settings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103120"/>
            <a:ext cx="201168" cy="201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754880" y="1188720"/>
            <a:ext cx="1920240" cy="2286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892040" y="1298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489204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Test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892040" y="2148840"/>
            <a:ext cx="365760" cy="18288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21" name="Text 17"/>
          <p:cNvSpPr/>
          <p:nvPr/>
        </p:nvSpPr>
        <p:spPr>
          <a:xfrm>
            <a:off x="4892040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start,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test task,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real-time status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103120"/>
            <a:ext cx="201168" cy="2011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903720" y="1188720"/>
            <a:ext cx="1920240" cy="2286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040880" y="1298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704088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040880" y="2148840"/>
            <a:ext cx="365760" cy="18288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27" name="Text 22"/>
          <p:cNvSpPr/>
          <p:nvPr/>
        </p:nvSpPr>
        <p:spPr>
          <a:xfrm>
            <a:off x="7040880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token usage,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rate,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on dashboard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731520" y="3822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min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73152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3566160" y="3822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clicks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356616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submit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 task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400800" y="3822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34" name="Text 29"/>
          <p:cNvSpPr/>
          <p:nvPr/>
        </p:nvSpPr>
        <p:spPr>
          <a:xfrm>
            <a:off x="640080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token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Journey: Multi-Agent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08660" y="1188720"/>
            <a:ext cx="1325880" cy="11887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8660" y="1188720"/>
            <a:ext cx="132588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132588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828" y="1691640"/>
            <a:ext cx="237744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08860" y="1188720"/>
            <a:ext cx="1325880" cy="11887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308860" y="1188720"/>
            <a:ext cx="132588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8"/>
          <p:cNvSpPr/>
          <p:nvPr/>
        </p:nvSpPr>
        <p:spPr>
          <a:xfrm>
            <a:off x="2400300" y="132588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1691640"/>
            <a:ext cx="237744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909060" y="1188720"/>
            <a:ext cx="1325880" cy="11887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909060" y="1188720"/>
            <a:ext cx="1325880" cy="36576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15" name="Text 11"/>
          <p:cNvSpPr/>
          <p:nvPr/>
        </p:nvSpPr>
        <p:spPr>
          <a:xfrm>
            <a:off x="4000500" y="132588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228" y="1691640"/>
            <a:ext cx="237744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509260" y="1188720"/>
            <a:ext cx="1325880" cy="11887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509260" y="1188720"/>
            <a:ext cx="1325880" cy="36576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19" name="Text 14"/>
          <p:cNvSpPr/>
          <p:nvPr/>
        </p:nvSpPr>
        <p:spPr>
          <a:xfrm>
            <a:off x="5600700" y="132588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Style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428" y="1691640"/>
            <a:ext cx="237744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109460" y="1188720"/>
            <a:ext cx="1325880" cy="11887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109460" y="1188720"/>
            <a:ext cx="132588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3" name="Text 17"/>
          <p:cNvSpPr/>
          <p:nvPr/>
        </p:nvSpPr>
        <p:spPr>
          <a:xfrm>
            <a:off x="7200900" y="132588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2697480"/>
            <a:ext cx="1920240" cy="20574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2697480"/>
            <a:ext cx="1920240" cy="3200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6" name="Shape 20"/>
          <p:cNvSpPr/>
          <p:nvPr/>
        </p:nvSpPr>
        <p:spPr>
          <a:xfrm>
            <a:off x="1211580" y="2880360"/>
            <a:ext cx="411480" cy="41148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297180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436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Editor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9436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interface to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pipelines — no code required.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606040" y="2697480"/>
            <a:ext cx="1920240" cy="20574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606040" y="2697480"/>
            <a:ext cx="1920240" cy="32004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32" name="Shape 25"/>
          <p:cNvSpPr/>
          <p:nvPr/>
        </p:nvSpPr>
        <p:spPr>
          <a:xfrm>
            <a:off x="3360420" y="2880360"/>
            <a:ext cx="411480" cy="41148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2971800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74320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Execution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274320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independent steps concurrently.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DAG-based scheduling with topological sort.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54880" y="2697480"/>
            <a:ext cx="1920240" cy="20574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54880" y="2697480"/>
            <a:ext cx="1920240" cy="3200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8" name="Shape 30"/>
          <p:cNvSpPr/>
          <p:nvPr/>
        </p:nvSpPr>
        <p:spPr>
          <a:xfrm>
            <a:off x="5509260" y="2880360"/>
            <a:ext cx="411480" cy="41148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128" y="2971800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89204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Triggers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489204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Webhook, schedule, or event-driven.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opened → workflow auto-starts.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6903720" y="2697480"/>
            <a:ext cx="1920240" cy="20574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6903720" y="2697480"/>
            <a:ext cx="1920240" cy="32004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44" name="Shape 35"/>
          <p:cNvSpPr/>
          <p:nvPr/>
        </p:nvSpPr>
        <p:spPr>
          <a:xfrm>
            <a:off x="7658100" y="2880360"/>
            <a:ext cx="411480" cy="411480"/>
          </a:xfrm>
          <a:prstGeom prst="ellipse">
            <a:avLst/>
          </a:prstGeom>
          <a:solidFill>
            <a:srgbClr val="141C42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2971800"/>
            <a:ext cx="237744" cy="237744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04088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Recovery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704088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Per-step retry policies, dead-letter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queues, and partial workflow resume.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05156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43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Layer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44475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44475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(Nginx/Kong)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87168" y="144475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44475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(React)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88536" y="144475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13" name="Text 11"/>
          <p:cNvSpPr/>
          <p:nvPr/>
        </p:nvSpPr>
        <p:spPr>
          <a:xfrm>
            <a:off x="4361688" y="144475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(Go)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144475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144475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(Push)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5E7A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331720"/>
            <a:ext cx="54864" cy="10515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 — Go Microservices (gRPC)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267919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267919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87168" y="267919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267919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88536" y="267919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25" name="Text 23"/>
          <p:cNvSpPr/>
          <p:nvPr/>
        </p:nvSpPr>
        <p:spPr>
          <a:xfrm>
            <a:off x="4361688" y="267919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9904" y="267919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27" name="Text 25"/>
          <p:cNvSpPr/>
          <p:nvPr/>
        </p:nvSpPr>
        <p:spPr>
          <a:xfrm>
            <a:off x="6163056" y="267919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91272" y="267919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29" name="Text 27"/>
          <p:cNvSpPr/>
          <p:nvPr/>
        </p:nvSpPr>
        <p:spPr>
          <a:xfrm>
            <a:off x="7964424" y="267919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92640" y="267919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31" name="Text 29"/>
          <p:cNvSpPr/>
          <p:nvPr/>
        </p:nvSpPr>
        <p:spPr>
          <a:xfrm>
            <a:off x="9765792" y="267919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1494008" y="267919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33" name="Text 31"/>
          <p:cNvSpPr/>
          <p:nvPr/>
        </p:nvSpPr>
        <p:spPr>
          <a:xfrm>
            <a:off x="11567160" y="267919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295376" y="267919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35" name="Text 33"/>
          <p:cNvSpPr/>
          <p:nvPr/>
        </p:nvSpPr>
        <p:spPr>
          <a:xfrm>
            <a:off x="13368528" y="267919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4800" y="3383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5E7A"/>
                </a:solidFill>
              </a:rPr>
              <a:t>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566160"/>
            <a:ext cx="54864" cy="1051560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Layer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" y="391363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41" name="Text 39"/>
          <p:cNvSpPr/>
          <p:nvPr/>
        </p:nvSpPr>
        <p:spPr>
          <a:xfrm>
            <a:off x="758952" y="391363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(Config / Users)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87168" y="391363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43" name="Text 41"/>
          <p:cNvSpPr/>
          <p:nvPr/>
        </p:nvSpPr>
        <p:spPr>
          <a:xfrm>
            <a:off x="2560320" y="391363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(Queue / State)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88536" y="3913632"/>
            <a:ext cx="1691640" cy="502920"/>
          </a:xfrm>
          <a:prstGeom prst="rect">
            <a:avLst/>
          </a:prstGeom>
          <a:solidFill>
            <a:srgbClr val="141C42"/>
          </a:solidFill>
          <a:ln/>
        </p:spPr>
      </p:sp>
      <p:sp>
        <p:nvSpPr>
          <p:cNvPr id="45" name="Text 43"/>
          <p:cNvSpPr/>
          <p:nvPr/>
        </p:nvSpPr>
        <p:spPr>
          <a:xfrm>
            <a:off x="4361688" y="391363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(Logs / Analytics)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7830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06040" cy="329184"/>
          </a:xfrm>
          <a:prstGeom prst="rect">
            <a:avLst/>
          </a:prstGeom>
          <a:solidFill>
            <a:srgbClr val="00C8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High-performance, great concurrency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1305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service communication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5420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framework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06040" cy="17830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97280"/>
            <a:ext cx="2606040" cy="329184"/>
          </a:xfrm>
          <a:prstGeom prst="rect">
            <a:avLst/>
          </a:prstGeom>
          <a:solidFill>
            <a:srgbClr val="7B5CFF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097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5544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17190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Component-based UI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0" y="19659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1305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development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29000" y="23774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+ shadcn/ui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25420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styling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1097280"/>
            <a:ext cx="2606040" cy="17830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97280"/>
            <a:ext cx="2606040" cy="329184"/>
          </a:xfrm>
          <a:prstGeom prst="rect">
            <a:avLst/>
          </a:prstGeom>
          <a:solidFill>
            <a:srgbClr val="00E676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097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Infra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5544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17190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&amp; user data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63640" y="19659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1305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queues &amp; caching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63640" y="23774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25420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analytics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063240"/>
            <a:ext cx="2606040" cy="17830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063240"/>
            <a:ext cx="2606040" cy="329184"/>
          </a:xfrm>
          <a:prstGeom prst="rect">
            <a:avLst/>
          </a:prstGeom>
          <a:solidFill>
            <a:srgbClr val="FFAB40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063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35204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36850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collection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4360" y="39319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40965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alerts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4360" y="43434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45079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tracing → Jaeger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0" y="3063240"/>
            <a:ext cx="2606040" cy="17830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91840" y="3063240"/>
            <a:ext cx="2606040" cy="329184"/>
          </a:xfrm>
          <a:prstGeom prst="rect">
            <a:avLst/>
          </a:prstGeom>
          <a:solidFill>
            <a:srgbClr val="00C8FF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3063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29000" y="35204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29000" y="36850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single-node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429000" y="39319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29000" y="40965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orchestration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429000" y="43434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Nginx/Kong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429000" y="45079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&amp; LB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3063240"/>
            <a:ext cx="2606040" cy="17830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26480" y="3063240"/>
            <a:ext cx="2606040" cy="329184"/>
          </a:xfrm>
          <a:prstGeom prst="rect">
            <a:avLst/>
          </a:prstGeom>
          <a:solidFill>
            <a:srgbClr val="7B5CFF">
              <a:alpha val="4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263640" y="3063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63640" y="35204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63640" y="36850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/ Sonnet models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63640" y="39319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63640" y="40965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/ o-series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263640" y="43434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/ vLLM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63640" y="45079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models (Phase 2)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22860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298448"/>
            <a:ext cx="182880" cy="182880"/>
          </a:xfrm>
          <a:prstGeom prst="ellipse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920240" cy="26517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1920240" cy="3200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3172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CRUD &amp; lifecycle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submission &amp; scheduling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monitoring dashboard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log viewer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Single-node Docker deploy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1298448"/>
            <a:ext cx="182880" cy="182880"/>
          </a:xfrm>
          <a:prstGeom prst="ellipse">
            <a:avLst/>
          </a:prstGeom>
          <a:solidFill>
            <a:srgbClr val="7B5CFF"/>
          </a:solidFill>
          <a:ln/>
          <a:effectLst>
            <a:outerShdw sx="100000" sy="100000" kx="0" ky="0" algn="bl" rotWithShape="0" blurRad="101600" dist="50800" dir="16200000">
              <a:srgbClr val="7B5CFF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Enhance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2148840"/>
            <a:ext cx="1920240" cy="26517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06040" y="2148840"/>
            <a:ext cx="1920240" cy="32004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233172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orchestration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 &amp; quotas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&amp; multi-user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integrations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queue system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1298448"/>
            <a:ext cx="182880" cy="18288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101600" dist="50800" dir="16200000">
              <a:srgbClr val="00E676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1920240" cy="26517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48840"/>
            <a:ext cx="1920240" cy="3200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33172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High-availability deploy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logging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LLM providers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tool release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0" y="1298448"/>
            <a:ext cx="182880" cy="182880"/>
          </a:xfrm>
          <a:prstGeom prst="ellipse">
            <a:avLst/>
          </a:prstGeom>
          <a:solidFill>
            <a:srgbClr val="FFAB40"/>
          </a:solidFill>
          <a:ln/>
          <a:effectLst>
            <a:outerShdw sx="100000" sy="100000" kx="0" ky="0" algn="bl" rotWithShape="0" blurRad="101600" dist="50800" dir="16200000">
              <a:srgbClr val="FFAB40">
                <a:alpha val="5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03720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3720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Demand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2148840"/>
            <a:ext cx="1920240" cy="26517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03720" y="2148840"/>
            <a:ext cx="1920240" cy="32004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233172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deployment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guarantees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920240" cy="3200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99%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Success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20240" cy="16459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1920240" cy="32004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50%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0604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Active 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920240" cy="16459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1920240" cy="3200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Adoption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1920240" cy="16459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97280"/>
            <a:ext cx="1920240" cy="32004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60%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0372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Retention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16459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KPIs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566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→ 99.9%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" y="3977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Availability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3566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100ms P95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286000" y="3977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Response Time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86200" y="3566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500ms P95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886200" y="3977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Dispatch Latency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3566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86400" y="3977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Tasks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86600" y="3566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086600" y="3977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554480" cy="365760"/>
          </a:xfrm>
          <a:prstGeom prst="rect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84832" y="1051560"/>
            <a:ext cx="2194560" cy="365760"/>
          </a:xfrm>
          <a:prstGeom prst="rect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084832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051560"/>
            <a:ext cx="2194560" cy="365760"/>
          </a:xfrm>
          <a:prstGeom prst="rect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352544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20256" y="1051560"/>
            <a:ext cx="2194560" cy="365760"/>
          </a:xfrm>
          <a:prstGeom prst="rect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20256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490472"/>
            <a:ext cx="1554480" cy="8686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153619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84832" y="1490472"/>
            <a:ext cx="2194560" cy="8686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76272" y="15361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ecosystem,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debugging tools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52544" y="1490472"/>
            <a:ext cx="2194560" cy="8686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43984" y="15361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Dev-focused debugging,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production management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0256" y="1490472"/>
            <a:ext cx="2194560" cy="8686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11696" y="15361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&amp; monitoring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450592"/>
            <a:ext cx="1554480" cy="868680"/>
          </a:xfrm>
          <a:prstGeom prst="rect">
            <a:avLst/>
          </a:prstGeom>
          <a:solidFill>
            <a:srgbClr val="141C4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49631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84832" y="2450592"/>
            <a:ext cx="2194560" cy="868680"/>
          </a:xfrm>
          <a:prstGeom prst="rect">
            <a:avLst/>
          </a:prstGeom>
          <a:solidFill>
            <a:srgbClr val="141C4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76272" y="24963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sandbox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52544" y="2450592"/>
            <a:ext cx="2194560" cy="868680"/>
          </a:xfrm>
          <a:prstGeom prst="rect">
            <a:avLst/>
          </a:prstGeom>
          <a:solidFill>
            <a:srgbClr val="141C4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43984" y="24963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Single-function focus,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full lifecycle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20256" y="2450592"/>
            <a:ext cx="2194560" cy="868680"/>
          </a:xfrm>
          <a:prstGeom prst="rect">
            <a:avLst/>
          </a:prstGeom>
          <a:solidFill>
            <a:srgbClr val="141C4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11696" y="24963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management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410712"/>
            <a:ext cx="1554480" cy="8686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45643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84832" y="3410712"/>
            <a:ext cx="2194560" cy="8686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76272" y="34564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Enterprise-ready,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 UX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52544" y="3410712"/>
            <a:ext cx="2194560" cy="8686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43984" y="34564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Closed-source,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only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20256" y="3410712"/>
            <a:ext cx="2194560" cy="86868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11696" y="34564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community-driven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370832"/>
            <a:ext cx="1554480" cy="868680"/>
          </a:xfrm>
          <a:prstGeom prst="rect">
            <a:avLst/>
          </a:prstGeom>
          <a:solidFill>
            <a:srgbClr val="141C4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441655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PocketFlow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84832" y="4370832"/>
            <a:ext cx="2194560" cy="868680"/>
          </a:xfrm>
          <a:prstGeom prst="rect">
            <a:avLst/>
          </a:prstGeom>
          <a:solidFill>
            <a:srgbClr val="141C4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176272" y="441655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Chinese-language,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beginner-friendly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52544" y="4370832"/>
            <a:ext cx="2194560" cy="868680"/>
          </a:xfrm>
          <a:prstGeom prst="rect">
            <a:avLst/>
          </a:prstGeom>
          <a:solidFill>
            <a:srgbClr val="141C4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443984" y="441655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feature set,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scale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20256" y="4370832"/>
            <a:ext cx="2194560" cy="868680"/>
          </a:xfrm>
          <a:prstGeom prst="rect">
            <a:avLst/>
          </a:prstGeom>
          <a:solidFill>
            <a:srgbClr val="141C4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711696" y="441655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orchestration,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concurrency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4206240"/>
            <a:ext cx="54864" cy="5029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 Open Source First  →  Developer Trust  →  Community Growth  →  Enterprise Adoption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914400"/>
            <a:ext cx="457200" cy="457200"/>
          </a:xfrm>
          <a:prstGeom prst="ellipse">
            <a:avLst/>
          </a:prstGeom>
          <a:solidFill>
            <a:srgbClr val="7B5C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7B5CFF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3200400" y="2011680"/>
            <a:ext cx="2743200" cy="9144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future of Agent infrastructure — together.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371600" y="3017520"/>
            <a:ext cx="2103120" cy="5029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7160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us on GitHub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0" y="3017520"/>
            <a:ext cx="2103120" cy="5029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waitlist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3017520"/>
            <a:ext cx="2103120" cy="50292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to the RFC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AgentSys  ·  Open Source  ·  agent-sys.dev  ·  hello@agent-sys.dev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AGENTSYS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AgentSys — LLM Agent Management Platform</dc:title>
  <dc:subject>PptxGenJS Presentation</dc:subject>
  <dc:creator>AgentSys Team</dc:creator>
  <cp:lastModifiedBy>AgentSys Team</cp:lastModifiedBy>
  <cp:revision>1</cp:revision>
  <dcterms:created xsi:type="dcterms:W3CDTF">2026-07-10T07:14:10Z</dcterms:created>
  <dcterms:modified xsi:type="dcterms:W3CDTF">2026-07-10T07:14:10Z</dcterms:modified>
</cp:coreProperties>
</file>